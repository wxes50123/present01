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85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7238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8347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6630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16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0878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8624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192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290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687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F1002A2-A257-494D-931A-E6364644C28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9BB040D-38A2-4928-ABC2-2F13859D73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51843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024ADF-7FBD-A449-C62C-3FBE45E5F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HG正楷書体-PRO" panose="03000600000000000000" pitchFamily="66" charset="-128"/>
                <a:ea typeface="HG正楷書体-PRO" panose="03000600000000000000" pitchFamily="66" charset="-128"/>
              </a:rPr>
              <a:t>プレゼン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C950DB7-29B8-9AEB-BE20-204C5B8576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618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1000">
        <p14:reveal/>
      </p:transition>
    </mc:Choice>
    <mc:Fallback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771750-F835-0AC7-985D-7784D4B65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800" dirty="0">
                <a:latin typeface="HG正楷書体-PRO" panose="03000600000000000000" pitchFamily="66" charset="-128"/>
                <a:ea typeface="HG正楷書体-PRO" panose="03000600000000000000" pitchFamily="66" charset="-128"/>
              </a:rPr>
              <a:t>初めに言があった。</a:t>
            </a:r>
            <a:endParaRPr kumimoji="1" lang="ja-JP" altLang="en-US" sz="4800" dirty="0">
              <a:latin typeface="HG正楷書体-PRO" panose="03000600000000000000" pitchFamily="66" charset="-128"/>
              <a:ea typeface="HG正楷書体-PRO" panose="03000600000000000000" pitchFamily="66" charset="-128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ADDF882A-0720-9F18-816A-0DE51AEBA18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800" dirty="0">
                <a:latin typeface="HG正楷書体-PRO" panose="03000600000000000000" pitchFamily="66" charset="-128"/>
                <a:ea typeface="HG正楷書体-PRO" panose="03000600000000000000" pitchFamily="66" charset="-128"/>
              </a:rPr>
              <a:t>言は神と共にあった。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14E1A67F-A03D-1BBC-B83D-2EC6B5C79AC9}"/>
              </a:ext>
            </a:extLst>
          </p:cNvPr>
          <p:cNvSpPr txBox="1">
            <a:spLocks/>
          </p:cNvSpPr>
          <p:nvPr/>
        </p:nvSpPr>
        <p:spPr>
          <a:xfrm>
            <a:off x="838200" y="30162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800" dirty="0">
                <a:latin typeface="HG正楷書体-PRO" panose="03000600000000000000" pitchFamily="66" charset="-128"/>
                <a:ea typeface="HG正楷書体-PRO" panose="03000600000000000000" pitchFamily="66" charset="-128"/>
              </a:rPr>
              <a:t>言は神であった。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070F4B3E-6F7B-CED8-D004-9F845CB96C0E}"/>
              </a:ext>
            </a:extLst>
          </p:cNvPr>
          <p:cNvSpPr txBox="1">
            <a:spLocks/>
          </p:cNvSpPr>
          <p:nvPr/>
        </p:nvSpPr>
        <p:spPr>
          <a:xfrm>
            <a:off x="838200" y="43418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ja-JP" altLang="en-US" sz="3600" dirty="0">
                <a:latin typeface="HG正楷書体-PRO" panose="03000600000000000000" pitchFamily="66" charset="-128"/>
                <a:ea typeface="HG正楷書体-PRO" panose="03000600000000000000" pitchFamily="66" charset="-128"/>
              </a:rPr>
              <a:t>新約聖書　ヨハネによる福音書　第一章</a:t>
            </a:r>
          </a:p>
        </p:txBody>
      </p:sp>
    </p:spTree>
    <p:extLst>
      <p:ext uri="{BB962C8B-B14F-4D97-AF65-F5344CB8AC3E}">
        <p14:creationId xmlns:p14="http://schemas.microsoft.com/office/powerpoint/2010/main" val="1791243994"/>
      </p:ext>
    </p:extLst>
  </p:cSld>
  <p:clrMapOvr>
    <a:masterClrMapping/>
  </p:clrMapOvr>
  <p:transition spd="slow" advClick="0" advTm="1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0801C-9641-BA4A-CD73-32BDAF5C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0E9CF3-AD01-6A62-69C1-C0887EA6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800" dirty="0">
                <a:latin typeface="HG正楷書体-PRO" panose="03000600000000000000" pitchFamily="66" charset="-128"/>
                <a:ea typeface="HG正楷書体-PRO" panose="03000600000000000000" pitchFamily="66" charset="-128"/>
              </a:rPr>
              <a:t>神というのは</a:t>
            </a:r>
            <a:endParaRPr kumimoji="1" lang="ja-JP" altLang="en-US" sz="4800" dirty="0">
              <a:latin typeface="HG正楷書体-PRO" panose="03000600000000000000" pitchFamily="66" charset="-128"/>
              <a:ea typeface="HG正楷書体-PRO" panose="03000600000000000000" pitchFamily="66" charset="-128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B4FA84BF-841F-215A-1B7C-63F5B3FCB657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ja-JP" altLang="en-US" sz="4800" dirty="0">
                <a:latin typeface="HG正楷書体-PRO" panose="03000600000000000000" pitchFamily="66" charset="-128"/>
                <a:ea typeface="HG正楷書体-PRO" panose="03000600000000000000" pitchFamily="66" charset="-128"/>
              </a:rPr>
              <a:t>創世神のことだ。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54571956-B279-6A6F-87A7-AE4B6F7FA716}"/>
              </a:ext>
            </a:extLst>
          </p:cNvPr>
          <p:cNvSpPr txBox="1">
            <a:spLocks/>
          </p:cNvSpPr>
          <p:nvPr/>
        </p:nvSpPr>
        <p:spPr>
          <a:xfrm>
            <a:off x="838200" y="30162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4800" dirty="0">
                <a:latin typeface="HG正楷書体-PRO" panose="03000600000000000000" pitchFamily="66" charset="-128"/>
                <a:ea typeface="HG正楷書体-PRO" panose="03000600000000000000" pitchFamily="66" charset="-128"/>
              </a:rPr>
              <a:t>言＝神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D487621D-9E77-4ED0-9FA9-23E776D913FC}"/>
              </a:ext>
            </a:extLst>
          </p:cNvPr>
          <p:cNvSpPr txBox="1">
            <a:spLocks/>
          </p:cNvSpPr>
          <p:nvPr/>
        </p:nvSpPr>
        <p:spPr>
          <a:xfrm>
            <a:off x="838200" y="43418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ja-JP" altLang="en-US" sz="4800" dirty="0">
                <a:latin typeface="HG正楷書体-PRO" panose="03000600000000000000" pitchFamily="66" charset="-128"/>
                <a:ea typeface="HG正楷書体-PRO" panose="03000600000000000000" pitchFamily="66" charset="-128"/>
              </a:rPr>
              <a:t>プログラム言語がこの世界を創った</a:t>
            </a:r>
            <a:endParaRPr lang="en-US" altLang="ja-JP" sz="4800" dirty="0">
              <a:latin typeface="HG正楷書体-PRO" panose="03000600000000000000" pitchFamily="66" charset="-128"/>
              <a:ea typeface="HG正楷書体-PRO" panose="03000600000000000000" pitchFamily="66" charset="-128"/>
            </a:endParaRPr>
          </a:p>
          <a:p>
            <a:pPr algn="r"/>
            <a:r>
              <a:rPr lang="ja-JP" altLang="en-US" sz="4800" dirty="0">
                <a:latin typeface="HG正楷書体-PRO" panose="03000600000000000000" pitchFamily="66" charset="-128"/>
                <a:ea typeface="HG正楷書体-PRO" panose="03000600000000000000" pitchFamily="66" charset="-128"/>
              </a:rPr>
              <a:t>というわけだ。</a:t>
            </a:r>
          </a:p>
        </p:txBody>
      </p:sp>
    </p:spTree>
    <p:extLst>
      <p:ext uri="{BB962C8B-B14F-4D97-AF65-F5344CB8AC3E}">
        <p14:creationId xmlns:p14="http://schemas.microsoft.com/office/powerpoint/2010/main" val="2067535698"/>
      </p:ext>
    </p:extLst>
  </p:cSld>
  <p:clrMapOvr>
    <a:masterClrMapping/>
  </p:clrMapOvr>
  <p:transition spd="slow" advClick="0" advTm="1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54</Words>
  <Application>Microsoft Office PowerPoint</Application>
  <PresentationFormat>ワイド画面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HG正楷書体-PRO</vt:lpstr>
      <vt:lpstr>Aptos</vt:lpstr>
      <vt:lpstr>Aptos Display</vt:lpstr>
      <vt:lpstr>Arial</vt:lpstr>
      <vt:lpstr>Office Theme</vt:lpstr>
      <vt:lpstr>プレゼン</vt:lpstr>
      <vt:lpstr>初めに言があった。</vt:lpstr>
      <vt:lpstr>神というのは</vt:lpstr>
    </vt:vector>
  </TitlesOfParts>
  <Company>YAMABIKO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 HENG</dc:creator>
  <cp:lastModifiedBy>WANG HENG</cp:lastModifiedBy>
  <cp:revision>1</cp:revision>
  <dcterms:created xsi:type="dcterms:W3CDTF">2025-11-11T00:08:16Z</dcterms:created>
  <dcterms:modified xsi:type="dcterms:W3CDTF">2025-11-11T00:57:34Z</dcterms:modified>
</cp:coreProperties>
</file>